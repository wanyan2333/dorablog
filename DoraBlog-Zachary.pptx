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66" r:id="rId3"/>
    <p:sldId id="267" r:id="rId5"/>
  </p:sldIdLst>
  <p:sldSz cx="14630400" cy="8229600"/>
  <p:notesSz cx="8229600" cy="14630400"/>
  <p:embeddedFontLst>
    <p:embeddedFont>
      <p:font typeface="Nunito Semi Bold" pitchFamily="34" charset="0"/>
      <p:regular r:id="rId9"/>
    </p:embeddedFont>
    <p:embeddedFont>
      <p:font typeface="Nunito Semi Bold" pitchFamily="34" charset="-122"/>
      <p:regular r:id="rId10"/>
    </p:embeddedFont>
    <p:embeddedFont>
      <p:font typeface="Nunito Semi Bold" pitchFamily="34" charset="-120"/>
      <p:regular r:id="rId11"/>
    </p:embeddedFont>
    <p:embeddedFont>
      <p:font typeface="PT Sans" panose="020B0503020203020204" pitchFamily="34" charset="0"/>
      <p:regular r:id="rId12"/>
    </p:embeddedFont>
    <p:embeddedFont>
      <p:font typeface="PT Sans" panose="020B0503020203020204" pitchFamily="34" charset="-122"/>
      <p:regular r:id="rId13"/>
    </p:embeddedFont>
    <p:embeddedFont>
      <p:font typeface="PT Sans" panose="020B0503020203020204" pitchFamily="34" charset="-120"/>
      <p:regular r:id="rId14"/>
    </p:embeddedFont>
    <p:embeddedFont>
      <p:font typeface="Calibri" panose="020F0502020204030204" charset="0"/>
      <p:regular r:id="rId15"/>
      <p:bold r:id="rId16"/>
      <p:italic r:id="rId17"/>
      <p:boldItalic r:id="rId18"/>
    </p:embeddedFont>
    <p:embeddedFont>
      <p:font typeface="等线" panose="02010600030101010101" charset="-122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11.fntdata"/><Relationship Id="rId18" Type="http://schemas.openxmlformats.org/officeDocument/2006/relationships/font" Target="fonts/font10.fntdata"/><Relationship Id="rId17" Type="http://schemas.openxmlformats.org/officeDocument/2006/relationships/font" Target="fonts/font9.fntdata"/><Relationship Id="rId16" Type="http://schemas.openxmlformats.org/officeDocument/2006/relationships/font" Target="fonts/font8.fntdata"/><Relationship Id="rId15" Type="http://schemas.openxmlformats.org/officeDocument/2006/relationships/font" Target="fonts/font7.fntdata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4469" y="239157"/>
            <a:ext cx="7219593" cy="691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altLang="zh-CN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  <a:sym typeface="+mn-ea"/>
              </a:rPr>
              <a:t>Login &amp; </a:t>
            </a:r>
            <a:r>
              <a:rPr lang="en-US" altLang="zh-CN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Registration </a:t>
            </a:r>
            <a:r>
              <a:rPr lang="en-US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(Zac)</a:t>
            </a:r>
            <a:endParaRPr lang="en-US" sz="4350" dirty="0"/>
          </a:p>
        </p:txBody>
      </p:sp>
      <p:sp>
        <p:nvSpPr>
          <p:cNvPr id="37" name="Text 1"/>
          <p:cNvSpPr/>
          <p:nvPr/>
        </p:nvSpPr>
        <p:spPr>
          <a:xfrm>
            <a:off x="406440" y="1369378"/>
            <a:ext cx="755642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A comprehensive sign-up system with real-time validation, strength indicators, </a:t>
            </a:r>
            <a:endParaRPr lang="en-US" altLang="zh-CN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and customizable user avatar.</a:t>
            </a:r>
            <a:endParaRPr lang="en-US" altLang="zh-CN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endParaRPr lang="en-US" altLang="zh-CN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466725" y="2200910"/>
            <a:ext cx="7556500" cy="76200"/>
          </a:xfrm>
          <a:prstGeom prst="rect">
            <a:avLst/>
          </a:prstGeom>
          <a:solidFill>
            <a:srgbClr val="15213F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06440" y="2907546"/>
            <a:ext cx="7556421" cy="1689140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7901" y="3100427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Smart Validation</a:t>
            </a:r>
            <a:endParaRPr lang="en-US" altLang="zh-CN" sz="1800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67901" y="3468211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Real-time username availability checks (green = available, red = taken)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67901" y="3799919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Password strength meter progresses from red to yellow to green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67901" y="4131627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Password match verification before form submission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06440" y="4766707"/>
            <a:ext cx="7556421" cy="1689140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67901" y="4959588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Personalization</a:t>
            </a:r>
            <a:endParaRPr lang="en-US" altLang="zh-CN" sz="1800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67901" y="5327372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Avatar selection with preview: choose from library or upload custom image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67901" y="5659080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Optional profile fields: real name, birthdate, and bio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67901" y="5990788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Confirmation message with automatic redirect to login upon success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4" name="图片 3" descr="logi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9040" y="-52705"/>
            <a:ext cx="5694045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44" y="238522"/>
            <a:ext cx="7219593" cy="6912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altLang="zh-CN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Profile Management </a:t>
            </a:r>
            <a:r>
              <a:rPr lang="en-US" sz="43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(Zac)</a:t>
            </a:r>
            <a:endParaRPr lang="en-US" sz="4350" dirty="0"/>
          </a:p>
        </p:txBody>
      </p:sp>
      <p:sp>
        <p:nvSpPr>
          <p:cNvPr id="37" name="Text 1"/>
          <p:cNvSpPr/>
          <p:nvPr/>
        </p:nvSpPr>
        <p:spPr>
          <a:xfrm>
            <a:off x="406440" y="1369378"/>
            <a:ext cx="755642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Secure, authenticated profile hub where users control their </a:t>
            </a:r>
            <a:endParaRPr lang="en-US" altLang="zh-CN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information, settings, and account status.</a:t>
            </a:r>
            <a:endParaRPr lang="en-US" altLang="zh-CN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endParaRPr lang="en-US" altLang="zh-CN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466725" y="2200910"/>
            <a:ext cx="5875020" cy="76200"/>
          </a:xfrm>
          <a:prstGeom prst="rect">
            <a:avLst/>
          </a:prstGeom>
          <a:solidFill>
            <a:srgbClr val="15213F">
              <a:alpha val="50000"/>
            </a:srgbClr>
          </a:solidFill>
        </p:spPr>
        <p:txBody>
          <a:bodyPr/>
          <a:p>
            <a:endParaRPr lang="zh-CN" altLang="en-US"/>
          </a:p>
        </p:txBody>
      </p:sp>
      <p:sp>
        <p:nvSpPr>
          <p:cNvPr id="6" name="Shape 3"/>
          <p:cNvSpPr/>
          <p:nvPr/>
        </p:nvSpPr>
        <p:spPr>
          <a:xfrm>
            <a:off x="406400" y="2907665"/>
            <a:ext cx="5922010" cy="1960880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" name="Text 4"/>
          <p:cNvSpPr/>
          <p:nvPr/>
        </p:nvSpPr>
        <p:spPr>
          <a:xfrm>
            <a:off x="667901" y="3100427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Core Features</a:t>
            </a:r>
            <a:endParaRPr lang="en-US" altLang="zh-CN" sz="1800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endParaRPr lang="en-US" altLang="zh-CN" sz="1800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68020" y="3468370"/>
            <a:ext cx="5492750" cy="421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altLang="zh-CN" sz="1400" dirty="0"/>
              <a:t>View and manage complete user profile (avatar, username, real name,</a:t>
            </a:r>
            <a:endParaRPr lang="en-US" altLang="zh-CN" sz="1400" dirty="0"/>
          </a:p>
          <a:p>
            <a:pPr indent="0" algn="l">
              <a:lnSpc>
                <a:spcPts val="2100"/>
              </a:lnSpc>
              <a:buSzPct val="100000"/>
              <a:buNone/>
            </a:pPr>
            <a:r>
              <a:rPr lang="en-US" altLang="zh-CN" sz="1400" dirty="0"/>
              <a:t>         birthdate, bio)</a:t>
            </a:r>
            <a:endParaRPr lang="en-US" altLang="zh-CN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endParaRPr lang="en-US" altLang="zh-CN" sz="1400" dirty="0"/>
          </a:p>
        </p:txBody>
      </p:sp>
      <p:sp>
        <p:nvSpPr>
          <p:cNvPr id="10" name="Text 6"/>
          <p:cNvSpPr/>
          <p:nvPr/>
        </p:nvSpPr>
        <p:spPr>
          <a:xfrm>
            <a:off x="667901" y="4046299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r>
              <a:rPr lang="en-US" altLang="zh-CN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Accessible only to logged-in users for enhanced security</a:t>
            </a:r>
            <a:endParaRPr lang="en-US" altLang="zh-CN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endParaRPr lang="en-US" altLang="zh-CN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67901" y="4414837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r>
              <a:rPr lang="en-US" altLang="zh-CN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Edit Profile mode enables password changes and avatar updates</a:t>
            </a:r>
            <a:endParaRPr lang="en-US" altLang="zh-CN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342900" indent="-342900" algn="l">
              <a:lnSpc>
                <a:spcPts val="2100"/>
              </a:lnSpc>
              <a:buClrTx/>
              <a:buSzTx/>
              <a:buFontTx/>
              <a:buChar char="•"/>
            </a:pPr>
            <a:endParaRPr lang="en-US" altLang="zh-CN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22910" y="5168900"/>
            <a:ext cx="5905500" cy="2374900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84411" y="5361543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00002E"/>
                </a:solidFill>
                <a:latin typeface="PT Sans" panose="020B0503020203020204" pitchFamily="34" charset="0"/>
                <a:ea typeface="PT Sans" panose="020B0503020203020204" pitchFamily="34" charset="-122"/>
                <a:cs typeface="PT Sans" panose="020B0503020203020204" pitchFamily="34" charset="-120"/>
              </a:rPr>
              <a:t>Account Control</a:t>
            </a:r>
            <a:endParaRPr lang="en-US" altLang="zh-CN" sz="1800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  <a:p>
            <a:pPr marL="0" algn="l">
              <a:lnSpc>
                <a:spcPts val="1950"/>
              </a:lnSpc>
              <a:buClrTx/>
              <a:buSzTx/>
              <a:buFontTx/>
              <a:buNone/>
            </a:pPr>
            <a:endParaRPr lang="en-US" altLang="zh-CN" sz="1800" dirty="0">
              <a:solidFill>
                <a:srgbClr val="00002E"/>
              </a:solidFill>
              <a:latin typeface="PT Sans" panose="020B0503020203020204" pitchFamily="34" charset="0"/>
              <a:ea typeface="PT Sans" panose="020B0503020203020204" pitchFamily="34" charset="-122"/>
              <a:cs typeface="PT Sans" panose="020B0503020203020204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84411" y="5729327"/>
            <a:ext cx="7102078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Danger Zone:</a:t>
            </a: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 Delete Account option requires username verification to 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prevent accidental deletion.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Users are warned that all articles and comments will be permanently removed 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  <a:sym typeface="+mn-ea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  <a:sym typeface="+mn-ea"/>
              </a:rPr>
              <a:t>from DoraBlog.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3" name="图片 2" descr="profi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1135" y="0"/>
            <a:ext cx="8089265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WPS 演示</Application>
  <PresentationFormat>On-screen Show (16:9)</PresentationFormat>
  <Paragraphs>49</Paragraphs>
  <Slides>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8" baseType="lpstr">
      <vt:lpstr>Arial</vt:lpstr>
      <vt:lpstr>宋体</vt:lpstr>
      <vt:lpstr>Wingdings</vt:lpstr>
      <vt:lpstr>Nunito Semi Bold</vt:lpstr>
      <vt:lpstr>Nunito Semi Bold</vt:lpstr>
      <vt:lpstr>Nunito Semi Bold</vt:lpstr>
      <vt:lpstr>PT Sans</vt:lpstr>
      <vt:lpstr>PT Sans</vt:lpstr>
      <vt:lpstr>PT Sans</vt:lpstr>
      <vt:lpstr>Consolas</vt:lpstr>
      <vt:lpstr>Consolas</vt:lpstr>
      <vt:lpstr>Consolas</vt:lpstr>
      <vt:lpstr>Calibri</vt:lpstr>
      <vt:lpstr>微软雅黑</vt:lpstr>
      <vt:lpstr>Arial Unicode MS</vt:lpstr>
      <vt:lpstr>等线</vt:lpstr>
      <vt:lpstr>Roboto</vt:lpstr>
      <vt:lpstr>Times New Roman</vt:lpstr>
      <vt:lpstr>Roboto</vt:lpstr>
      <vt:lpstr>Roboto</vt:lpstr>
      <vt:lpstr>Roboto Slab</vt:lpstr>
      <vt:lpstr>Roboto Slab</vt:lpstr>
      <vt:lpstr>Roboto Slab</vt:lpstr>
      <vt:lpstr>Segoe Print</vt:lpstr>
      <vt:lpstr>MingLiU-ExtB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Meliodas丶</cp:lastModifiedBy>
  <cp:revision>3</cp:revision>
  <dcterms:created xsi:type="dcterms:W3CDTF">2025-11-06T02:17:00Z</dcterms:created>
  <dcterms:modified xsi:type="dcterms:W3CDTF">2025-11-06T07:27:09Z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748F35F869C3C63233050C69D7970529_42</vt:lpwstr>
  </property>
  <property fmtid="{D5CDD505-2E9C-101B-9397-08002B2CF9AE}" pid="3" name="KSOProductBuildVer">
    <vt:lpwstr>2052-12.1.0.23542</vt:lpwstr>
  </property>
</Properties>
</file>